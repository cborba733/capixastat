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080E1A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PRÉ-PROJETO · PROJETO INTEGRADOR · FAESA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17373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Capixa</a:t>
            </a:r>
            <a:pPr indent="0" marL="0">
              <a:buNone/>
            </a:pPr>
            <a:r>
              <a:rPr lang="en-US" sz="66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100584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86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Análise de Desempenho do Futebol Capixaba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6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Caio Borba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6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51760" y="4754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e Desenvolvimento de Sistemas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6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0" y="4754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Vitória, 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O PROBLEMA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análise de dados ainda não chegou à maioria do futebol capixaba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6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Enquanto os grandes clubes decidem com base em dados, o futebol do ES ainda trabalha quase no "olhômetro".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0E1726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017520"/>
            <a:ext cx="54864" cy="2286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1729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visibilidade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584448"/>
            <a:ext cx="2148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Atletas locais sem vitrine para olheiros e clubes.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55848" y="301752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0E1726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5848" y="3017520"/>
            <a:ext cx="54864" cy="2286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2" name="Text 10"/>
          <p:cNvSpPr/>
          <p:nvPr/>
        </p:nvSpPr>
        <p:spPr>
          <a:xfrm>
            <a:off x="3584448" y="31729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dispersos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4448" y="3584448"/>
            <a:ext cx="2148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Estatísticas espalhadas e sem padronização.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71616" y="301752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0E1726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3017520"/>
            <a:ext cx="54864" cy="2286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6" name="Text 14"/>
          <p:cNvSpPr/>
          <p:nvPr/>
        </p:nvSpPr>
        <p:spPr>
          <a:xfrm>
            <a:off x="6300216" y="31729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limitada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0216" y="3584448"/>
            <a:ext cx="2148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Pouca leitura tática e física dentro dos clubes.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87384" y="3017520"/>
            <a:ext cx="2560320" cy="2286000"/>
          </a:xfrm>
          <a:prstGeom prst="roundRect">
            <a:avLst>
              <a:gd name="adj" fmla="val 3600"/>
            </a:avLst>
          </a:prstGeom>
          <a:solidFill>
            <a:srgbClr val="0E1726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87384" y="3017520"/>
            <a:ext cx="54864" cy="2286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0" name="Text 18"/>
          <p:cNvSpPr/>
          <p:nvPr/>
        </p:nvSpPr>
        <p:spPr>
          <a:xfrm>
            <a:off x="9015984" y="31729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no escuro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15984" y="3584448"/>
            <a:ext cx="2148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Comissão técnica com pouco apoio de dados.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JUSTIFICATIVA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uma plataforma como essa?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0E1726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54864" cy="17830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4144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elite tem, a base não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852928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Catapult, StatsBomb e Opta atendem os grandes — a Catapult tem +1.200 clubes, incluindo Real Madrid e Chelsea.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632" y="228600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0E1726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2286000"/>
            <a:ext cx="54864" cy="17830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44144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tecnologia não chega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28232" y="2852928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Clubes regionais e categorias de base ficam de fora dessas ferramentas.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0E1726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206240"/>
            <a:ext cx="54864" cy="1783080"/>
          </a:xfrm>
          <a:prstGeom prst="rect">
            <a:avLst/>
          </a:prstGeom>
          <a:solidFill>
            <a:srgbClr val="448AF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616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 joga grande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773168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capixabas disputam Série D, Capixabão e Copa ES sem apoio analítico.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9632" y="4206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0E1726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4206240"/>
            <a:ext cx="54864" cy="1783080"/>
          </a:xfrm>
          <a:prstGeom prst="rect">
            <a:avLst/>
          </a:prstGeom>
          <a:solidFill>
            <a:srgbClr val="448A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43616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é possível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28232" y="4773168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CapixaStat mostra que dá para fazer isso com dados reais e de forma acessível.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 SOLUÇÃO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CapixaStat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6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plataforma web que usa </a:t>
            </a:r>
            <a:pPr indent="0" marL="0">
              <a:buNone/>
            </a:pPr>
            <a:r>
              <a:rPr lang="en-US" sz="16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reais</a:t>
            </a:r>
            <a:pPr indent="0" marL="0">
              <a:buNone/>
            </a:pPr>
            <a:r>
              <a:rPr lang="en-US" sz="1600" dirty="0">
                <a:solidFill>
                  <a:srgbClr val="86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analisar o desempenho de jogadores e clubes do futebol do Espírito Santo.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99632" y="27432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4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BUSCA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E1726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200400"/>
            <a:ext cx="54864" cy="13716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35584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com dados reais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76732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Estatísticas de jogadores e clubes do ES, de fontes públicas reais.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E1726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709160"/>
            <a:ext cx="54864" cy="13716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86460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em um só lugar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527608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 atletas, partidas, físico, tática e painel do clube.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320040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E1726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3200400"/>
            <a:ext cx="54864" cy="1371600"/>
          </a:xfrm>
          <a:prstGeom prst="rect">
            <a:avLst/>
          </a:prstGeom>
          <a:solidFill>
            <a:srgbClr val="448A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335584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28232" y="376732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palco aos atletas, principalmente da base.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470916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0E1726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4709160"/>
            <a:ext cx="54864" cy="1371600"/>
          </a:xfrm>
          <a:prstGeom prst="rect">
            <a:avLst/>
          </a:prstGeom>
          <a:solidFill>
            <a:srgbClr val="448A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486460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à decisão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28232" y="527608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para a comissão técnica decidir melhor.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O SISTEMA EM FUNCIONAMENTO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do atleta — com dados reais da temporada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72200" y="187452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4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DESEMPENHO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349240" cy="3429000"/>
          </a:xfrm>
          <a:prstGeom prst="rect">
            <a:avLst/>
          </a:prstGeom>
          <a:solidFill>
            <a:srgbClr val="0A0F1A"/>
          </a:solidFill>
          <a:ln w="12700">
            <a:solidFill>
              <a:srgbClr val="1A2540"/>
            </a:solidFill>
            <a:prstDash val="solid"/>
          </a:ln>
        </p:spPr>
      </p:sp>
      <p:pic>
        <p:nvPicPr>
          <p:cNvPr id="8" name="Image 0" descr="C:\Users\cborb\.gemini\antigravity\scratch\capixaba-hub\preproj_perfil_visa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331720"/>
            <a:ext cx="516636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2200" y="2240280"/>
            <a:ext cx="5349240" cy="3429000"/>
          </a:xfrm>
          <a:prstGeom prst="rect">
            <a:avLst/>
          </a:prstGeom>
          <a:solidFill>
            <a:srgbClr val="0A0F1A"/>
          </a:solidFill>
          <a:ln w="12700">
            <a:solidFill>
              <a:srgbClr val="1A2540"/>
            </a:solidFill>
            <a:prstDash val="solid"/>
          </a:ln>
        </p:spPr>
      </p:sp>
      <p:pic>
        <p:nvPicPr>
          <p:cNvPr id="10" name="Image 1" descr="C:\Users\cborb\.gemini\antigravity\scratch\capixaba-hub\preproj_perfil_desempenh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2331720"/>
            <a:ext cx="5166360" cy="32461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6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Radar, score, índice ofensivo e indicadores calculados a partir de estatísticas reais.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O SISTEMA EM FUNCIONAMENTO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Tático — telestração sobre o vídeo real do jogo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783080" y="1965960"/>
            <a:ext cx="8622792" cy="4169664"/>
          </a:xfrm>
          <a:prstGeom prst="rect">
            <a:avLst/>
          </a:prstGeom>
          <a:solidFill>
            <a:srgbClr val="0A0F1A"/>
          </a:solidFill>
          <a:ln w="12700">
            <a:solidFill>
              <a:srgbClr val="1A2540"/>
            </a:solidFill>
            <a:prstDash val="solid"/>
          </a:ln>
        </p:spPr>
      </p:sp>
      <p:pic>
        <p:nvPicPr>
          <p:cNvPr id="6" name="Image 0" descr="C:\Users\cborb\.gemini\antigravity\scratch\capixaba-hub\preproj_quadrotatic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74520" y="2057400"/>
            <a:ext cx="8439912" cy="3986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62636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6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Setas, campo de visão, zonas e destaques desenhados sobre o lance — como nas análises de TV.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PRÓXIMOS PASSOS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Computacional com IA — a próxima evolução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577840" cy="3154680"/>
          </a:xfrm>
          <a:prstGeom prst="rect">
            <a:avLst/>
          </a:prstGeom>
          <a:solidFill>
            <a:srgbClr val="0A0F1A"/>
          </a:solidFill>
          <a:ln w="12700">
            <a:solidFill>
              <a:srgbClr val="1A2540"/>
            </a:solidFill>
            <a:prstDash val="solid"/>
          </a:ln>
        </p:spPr>
      </p:sp>
      <p:pic>
        <p:nvPicPr>
          <p:cNvPr id="6" name="Image 0" descr="C:\Users\cborb\.gemini\antigravity\scratch\capixaba-hub\preproj_yol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103120"/>
            <a:ext cx="5394960" cy="297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3951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— jogadores detectados (ID) e a bola, sobre o vídeo real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46520" y="201168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0E1726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46520" y="2011680"/>
            <a:ext cx="54864" cy="14173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216712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funciona (POC)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75120" y="257860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e rastreia jogadores e a bola no vídeo real do jogo (YOLOv8 + ByteTrack), rodando no Google Colab com GPU.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6520" y="3611880"/>
            <a:ext cx="5074920" cy="1783080"/>
          </a:xfrm>
          <a:prstGeom prst="roundRect">
            <a:avLst>
              <a:gd name="adj" fmla="val 4615"/>
            </a:avLst>
          </a:prstGeom>
          <a:solidFill>
            <a:srgbClr val="0E1726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46520" y="3611880"/>
            <a:ext cx="54864" cy="1783080"/>
          </a:xfrm>
          <a:prstGeom prst="rect">
            <a:avLst/>
          </a:prstGeom>
          <a:solidFill>
            <a:srgbClr val="448AFF"/>
          </a:solidFill>
          <a:ln/>
        </p:spPr>
      </p:sp>
      <p:sp>
        <p:nvSpPr>
          <p:cNvPr id="14" name="Text 11"/>
          <p:cNvSpPr/>
          <p:nvPr/>
        </p:nvSpPr>
        <p:spPr>
          <a:xfrm>
            <a:off x="6675120" y="376732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8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onde evolui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675120" y="4178808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por time (cor da camisa) · homografia para posições reais no campo · aba de Análise de Vídeo no CapixaStat consumindo os resultados.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</a:t>
            </a:r>
            <a:pPr indent="0" marL="0">
              <a:buNone/>
            </a:pPr>
            <a:r>
              <a:rPr lang="en-US" sz="1200" dirty="0">
                <a:solidFill>
                  <a:srgbClr val="869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· PostgreSQL (Supabase) · HTML/CSS/JS + Chart.js (→ React) · Python/YOLOv8 (Colab)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2026-10-13T16:39:56Z</dcterms:created>
  <dcterms:modified xsi:type="dcterms:W3CDTF">2026-10-13T16:39:56Z</dcterms:modified>
</cp:coreProperties>
</file>